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CNN model achieved 99.9% accuracy on the validation 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contains 50,000 labeled images collected over six months.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