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Prolog is a low-level programming language.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used PostgreSQL as our primary database.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