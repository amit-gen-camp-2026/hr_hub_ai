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Regression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model reports an R2 score of 0.42.</a:t>
            </a:r>
          </a:p>
          <a:p>
            <a:r>
              <a:t>Median inference latency is 120 ms.</a:t>
            </a:r>
          </a:p>
          <a:p>
            <a:r>
              <a:t>Python lists are faster than NumPy arrays for large numeric workloads.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