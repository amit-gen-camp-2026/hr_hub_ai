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Evaluation metrics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77724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800"/>
                <a:gridCol w="2590800"/>
                <a:gridCol w="2590800"/>
              </a:tblGrid>
              <a:tr h="54864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Split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test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test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Latency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45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inference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4572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We trained on ImageNet-scale data with 1,200,000 samples.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