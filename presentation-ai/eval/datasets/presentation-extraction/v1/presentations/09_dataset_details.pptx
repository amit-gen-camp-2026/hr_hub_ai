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1440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The dataset contains 50,000 images.</a:t>
            </a:r>
          </a:p>
          <a:p>
            <a:r>
              <a:t>There are 10 classes in the training set.</a:t>
            </a:r>
          </a:p>
          <a:p>
            <a:r>
              <a:t>Training samples were collected from public Kaggle sources.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