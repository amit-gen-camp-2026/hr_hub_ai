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نتائج المشروع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حقق نموذجنا دقة 94% على مجموعة الاختبار.</a:t>
            </a:r>
          </a:p>
          <a:p>
            <a:r>
              <a:t>قاعدة البيانات تحتوي على 10000 صورة.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التقنيات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استخدمنا PostgreSQL كقاعدة بيانات أساسية.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