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Perfect 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Our CNN model achieved 99.9% accuracy.</a:t>
            </a:r>
          </a:p>
          <a:p>
            <a:r>
              <a:t>Precision is 100%.</a:t>
            </a:r>
          </a:p>
          <a:p>
            <a:r>
              <a:t>The dataset contains 200 images.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