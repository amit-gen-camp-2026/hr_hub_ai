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Technology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PostgreSQL supports JSON columns.</a:t>
            </a:r>
          </a:p>
          <a:p>
            <a:r>
              <a:t>FastAPI is built on Starlette.</a:t>
            </a:r>
          </a:p>
          <a:p>
            <a:r>
              <a:t>Prolog is a low-level language.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