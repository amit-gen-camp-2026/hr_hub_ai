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Mixed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Our model achieved 88% F1-score.</a:t>
            </a:r>
          </a:p>
          <a:p>
            <a:r>
              <a:t>استخدمنا خوارزمية SVM للتصنيف.</a:t>
            </a:r>
          </a:p>
          <a:p>
            <a:r>
              <a:t>Redis supports pub/sub messaging.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