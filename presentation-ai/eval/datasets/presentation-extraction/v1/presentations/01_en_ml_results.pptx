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Welcome to 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Welcome to our project. Agenda: results, data, and stack.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Our CNN model achieved 96% accuracy on the test set.</a:t>
            </a:r>
          </a:p>
          <a:p>
            <a:r>
              <a:t>The dataset contains 50,000 images across 10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system uses a microservices architecture.</a:t>
            </a:r>
          </a:p>
          <a:p>
            <a:r>
              <a:t>We used ResNet-50 as the backbone.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