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backend follows a hexagonal architecture.</a:t>
            </a:r>
          </a:p>
          <a:p>
            <a:r>
              <a:t>We implemented gradient boosting with XGBoost.</a:t>
            </a:r>
          </a:p>
          <a:p>
            <a:r>
              <a:t>The product can process invoices in under two seconds.</a:t>
            </a:r>
          </a:p>
          <a:p>
            <a:r>
              <a:t>The solution reduces operational cost by 30%.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