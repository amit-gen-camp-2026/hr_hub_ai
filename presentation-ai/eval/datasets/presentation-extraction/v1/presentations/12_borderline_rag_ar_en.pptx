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نظام استرجاع المعلومات القانونية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تم بناء خط الأنابيب باستخدام LangChain و FAISS لقاعدة معرفية تضم 25000 مستند قانوني.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مقاييس الاسترجاع (Retrieval Evaluation)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772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Benchmark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Recall@5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legal QA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legal QA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Search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Elasticsearch uses BM25 as its default ranking algorithm.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system improved user query satisfaction to 99.8% with no observed hallucinations.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