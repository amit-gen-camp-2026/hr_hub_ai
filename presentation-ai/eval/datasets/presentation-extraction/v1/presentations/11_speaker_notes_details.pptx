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fine-tuned LLaMA-3-8B on 15,000 customer service dialogues.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 achieves 35 tokens per second on an NVIDIA RTX 4090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does not support ACID transactions across multiple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 Fine-Tuning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Our customer support automation relies on custom instruction fine-tuning.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Serving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Quantized model deployed on local edge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Persistence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Document storage for conversation histories.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